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5669280" cy="566928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1737360"/>
            <a:ext cx="3291840" cy="3291840"/>
          </a:xfrm>
          <a:prstGeom prst="ellipse">
            <a:avLst/>
          </a:prstGeom>
          <a:solidFill>
            <a:srgbClr val="061D49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74320"/>
            <a:ext cx="914400" cy="914400"/>
          </a:xfrm>
          <a:prstGeom prst="ellipse">
            <a:avLst/>
          </a:prstGeom>
          <a:ln w="12700">
            <a:solidFill>
              <a:srgbClr val="6E7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57200"/>
            <a:ext cx="1737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576072"/>
            <a:ext cx="219456" cy="21945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457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58368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F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DOCUMENTS · PAMMS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Pactics Cambodia · Siem Reap ·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9" name="Shape 17"/>
          <p:cNvSpPr/>
          <p:nvPr/>
        </p:nvSpPr>
        <p:spPr>
          <a:xfrm>
            <a:off x="896112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2144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2144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2144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52144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2144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52144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9" name="Shape 27"/>
          <p:cNvSpPr/>
          <p:nvPr/>
        </p:nvSpPr>
        <p:spPr>
          <a:xfrm>
            <a:off x="1408176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0" name="Shape 28"/>
          <p:cNvSpPr/>
          <p:nvPr/>
        </p:nvSpPr>
        <p:spPr>
          <a:xfrm>
            <a:off x="1408176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8176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2" name="Shape 30"/>
          <p:cNvSpPr/>
          <p:nvPr/>
        </p:nvSpPr>
        <p:spPr>
          <a:xfrm>
            <a:off x="1408176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3" name="Shape 31"/>
          <p:cNvSpPr/>
          <p:nvPr/>
        </p:nvSpPr>
        <p:spPr>
          <a:xfrm>
            <a:off x="1408176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4" name="Shape 32"/>
          <p:cNvSpPr/>
          <p:nvPr/>
        </p:nvSpPr>
        <p:spPr>
          <a:xfrm>
            <a:off x="1408176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5" name="Shape 33"/>
          <p:cNvSpPr/>
          <p:nvPr/>
        </p:nvSpPr>
        <p:spPr>
          <a:xfrm>
            <a:off x="1664208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6" name="Shape 34"/>
          <p:cNvSpPr/>
          <p:nvPr/>
        </p:nvSpPr>
        <p:spPr>
          <a:xfrm>
            <a:off x="1664208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7" name="Shape 35"/>
          <p:cNvSpPr/>
          <p:nvPr/>
        </p:nvSpPr>
        <p:spPr>
          <a:xfrm>
            <a:off x="1664208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8" name="Shape 36"/>
          <p:cNvSpPr/>
          <p:nvPr/>
        </p:nvSpPr>
        <p:spPr>
          <a:xfrm>
            <a:off x="1664208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9" name="Shape 37"/>
          <p:cNvSpPr/>
          <p:nvPr/>
        </p:nvSpPr>
        <p:spPr>
          <a:xfrm>
            <a:off x="1664208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0" name="Shape 38"/>
          <p:cNvSpPr/>
          <p:nvPr/>
        </p:nvSpPr>
        <p:spPr>
          <a:xfrm>
            <a:off x="1664208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1" name="Shape 39"/>
          <p:cNvSpPr/>
          <p:nvPr/>
        </p:nvSpPr>
        <p:spPr>
          <a:xfrm>
            <a:off x="1920240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2" name="Shape 40"/>
          <p:cNvSpPr/>
          <p:nvPr/>
        </p:nvSpPr>
        <p:spPr>
          <a:xfrm>
            <a:off x="1920240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4" name="Shape 42"/>
          <p:cNvSpPr/>
          <p:nvPr/>
        </p:nvSpPr>
        <p:spPr>
          <a:xfrm>
            <a:off x="1920240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5" name="Shape 43"/>
          <p:cNvSpPr/>
          <p:nvPr/>
        </p:nvSpPr>
        <p:spPr>
          <a:xfrm>
            <a:off x="1920240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6" name="Shape 44"/>
          <p:cNvSpPr/>
          <p:nvPr/>
        </p:nvSpPr>
        <p:spPr>
          <a:xfrm>
            <a:off x="1920240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7" name="Shape 45"/>
          <p:cNvSpPr/>
          <p:nvPr/>
        </p:nvSpPr>
        <p:spPr>
          <a:xfrm>
            <a:off x="2176272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8" name="Shape 46"/>
          <p:cNvSpPr/>
          <p:nvPr/>
        </p:nvSpPr>
        <p:spPr>
          <a:xfrm>
            <a:off x="2176272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9" name="Shape 47"/>
          <p:cNvSpPr/>
          <p:nvPr/>
        </p:nvSpPr>
        <p:spPr>
          <a:xfrm>
            <a:off x="2176272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0" name="Shape 48"/>
          <p:cNvSpPr/>
          <p:nvPr/>
        </p:nvSpPr>
        <p:spPr>
          <a:xfrm>
            <a:off x="2176272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1" name="Shape 49"/>
          <p:cNvSpPr/>
          <p:nvPr/>
        </p:nvSpPr>
        <p:spPr>
          <a:xfrm>
            <a:off x="2176272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2" name="Shape 50"/>
          <p:cNvSpPr/>
          <p:nvPr/>
        </p:nvSpPr>
        <p:spPr>
          <a:xfrm>
            <a:off x="2176272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3" name="Shape 51"/>
          <p:cNvSpPr/>
          <p:nvPr/>
        </p:nvSpPr>
        <p:spPr>
          <a:xfrm>
            <a:off x="2432304" y="438912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4" name="Shape 52"/>
          <p:cNvSpPr/>
          <p:nvPr/>
        </p:nvSpPr>
        <p:spPr>
          <a:xfrm>
            <a:off x="2432304" y="464515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5" name="Shape 53"/>
          <p:cNvSpPr/>
          <p:nvPr/>
        </p:nvSpPr>
        <p:spPr>
          <a:xfrm>
            <a:off x="2432304" y="490118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6" name="Shape 54"/>
          <p:cNvSpPr/>
          <p:nvPr/>
        </p:nvSpPr>
        <p:spPr>
          <a:xfrm>
            <a:off x="2432304" y="515721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7" name="Shape 55"/>
          <p:cNvSpPr/>
          <p:nvPr/>
        </p:nvSpPr>
        <p:spPr>
          <a:xfrm>
            <a:off x="2432304" y="541324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8" name="Shape 56"/>
          <p:cNvSpPr/>
          <p:nvPr/>
        </p:nvSpPr>
        <p:spPr>
          <a:xfrm>
            <a:off x="2432304" y="566928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6217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E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WWW.PACTICS.COM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track all 515 sewing machines — their documents, spare parts, and maintenance — from any phone or computer, with no software to install.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1488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open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560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machine has a QR code. Scan it with a phone camera to open that machine's documents instantly.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93008"/>
            <a:ext cx="457200" cy="45720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429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&amp; files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840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parts, maintenance checklists, and catalog PDFs — all kept per machine, editable on the spot.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773168"/>
            <a:ext cx="457200" cy="45720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export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5120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maintenance is overdue, track activity, and export to CSV or Excel for reporting.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6172200"/>
            <a:ext cx="1737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6291072"/>
            <a:ext cx="219456" cy="21945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" y="6172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PACTICS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91440"/>
            <a:ext cx="6675120" cy="667512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05840" cy="1005840"/>
          </a:xfrm>
          <a:prstGeom prst="ellipse">
            <a:avLst/>
          </a:prstGeom>
          <a:ln w="19050">
            <a:solidFill>
              <a:srgbClr val="C7C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8" name="Shape 16"/>
          <p:cNvSpPr/>
          <p:nvPr/>
        </p:nvSpPr>
        <p:spPr>
          <a:xfrm>
            <a:off x="969264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0" name="Shape 18"/>
          <p:cNvSpPr/>
          <p:nvPr/>
        </p:nvSpPr>
        <p:spPr>
          <a:xfrm>
            <a:off x="969264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5296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296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4" name="Shape 22"/>
          <p:cNvSpPr/>
          <p:nvPr/>
        </p:nvSpPr>
        <p:spPr>
          <a:xfrm>
            <a:off x="1225296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25296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1225296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7" name="Shape 25"/>
          <p:cNvSpPr/>
          <p:nvPr/>
        </p:nvSpPr>
        <p:spPr>
          <a:xfrm>
            <a:off x="1225296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1328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9" name="Shape 27"/>
          <p:cNvSpPr/>
          <p:nvPr/>
        </p:nvSpPr>
        <p:spPr>
          <a:xfrm>
            <a:off x="1481328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0" name="Shape 28"/>
          <p:cNvSpPr/>
          <p:nvPr/>
        </p:nvSpPr>
        <p:spPr>
          <a:xfrm>
            <a:off x="1481328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1" name="Shape 29"/>
          <p:cNvSpPr/>
          <p:nvPr/>
        </p:nvSpPr>
        <p:spPr>
          <a:xfrm>
            <a:off x="1481328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1328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3" name="Shape 31"/>
          <p:cNvSpPr/>
          <p:nvPr/>
        </p:nvSpPr>
        <p:spPr>
          <a:xfrm>
            <a:off x="1481328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4" name="Shape 32"/>
          <p:cNvSpPr/>
          <p:nvPr/>
        </p:nvSpPr>
        <p:spPr>
          <a:xfrm>
            <a:off x="1737360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5" name="Shape 33"/>
          <p:cNvSpPr/>
          <p:nvPr/>
        </p:nvSpPr>
        <p:spPr>
          <a:xfrm>
            <a:off x="1737360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6" name="Shape 34"/>
          <p:cNvSpPr/>
          <p:nvPr/>
        </p:nvSpPr>
        <p:spPr>
          <a:xfrm>
            <a:off x="1737360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7" name="Shape 35"/>
          <p:cNvSpPr/>
          <p:nvPr/>
        </p:nvSpPr>
        <p:spPr>
          <a:xfrm>
            <a:off x="1737360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8" name="Shape 36"/>
          <p:cNvSpPr/>
          <p:nvPr/>
        </p:nvSpPr>
        <p:spPr>
          <a:xfrm>
            <a:off x="1737360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9" name="Shape 37"/>
          <p:cNvSpPr/>
          <p:nvPr/>
        </p:nvSpPr>
        <p:spPr>
          <a:xfrm>
            <a:off x="1737360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0" name="Shape 38"/>
          <p:cNvSpPr/>
          <p:nvPr/>
        </p:nvSpPr>
        <p:spPr>
          <a:xfrm>
            <a:off x="1993392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1" name="Shape 39"/>
          <p:cNvSpPr/>
          <p:nvPr/>
        </p:nvSpPr>
        <p:spPr>
          <a:xfrm>
            <a:off x="1993392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2" name="Shape 40"/>
          <p:cNvSpPr/>
          <p:nvPr/>
        </p:nvSpPr>
        <p:spPr>
          <a:xfrm>
            <a:off x="1993392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3" name="Shape 41"/>
          <p:cNvSpPr/>
          <p:nvPr/>
        </p:nvSpPr>
        <p:spPr>
          <a:xfrm>
            <a:off x="1993392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4" name="Shape 42"/>
          <p:cNvSpPr/>
          <p:nvPr/>
        </p:nvSpPr>
        <p:spPr>
          <a:xfrm>
            <a:off x="1993392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5" name="Shape 43"/>
          <p:cNvSpPr/>
          <p:nvPr/>
        </p:nvSpPr>
        <p:spPr>
          <a:xfrm>
            <a:off x="1993392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6" name="Shape 44"/>
          <p:cNvSpPr/>
          <p:nvPr/>
        </p:nvSpPr>
        <p:spPr>
          <a:xfrm>
            <a:off x="2249424" y="329184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7" name="Shape 45"/>
          <p:cNvSpPr/>
          <p:nvPr/>
        </p:nvSpPr>
        <p:spPr>
          <a:xfrm>
            <a:off x="2249424" y="3547872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8" name="Shape 46"/>
          <p:cNvSpPr/>
          <p:nvPr/>
        </p:nvSpPr>
        <p:spPr>
          <a:xfrm>
            <a:off x="2249424" y="3803904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9" name="Shape 47"/>
          <p:cNvSpPr/>
          <p:nvPr/>
        </p:nvSpPr>
        <p:spPr>
          <a:xfrm>
            <a:off x="2249424" y="4059936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50" name="Shape 48"/>
          <p:cNvSpPr/>
          <p:nvPr/>
        </p:nvSpPr>
        <p:spPr>
          <a:xfrm>
            <a:off x="2249424" y="4315968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51" name="Shape 49"/>
          <p:cNvSpPr/>
          <p:nvPr/>
        </p:nvSpPr>
        <p:spPr>
          <a:xfrm>
            <a:off x="2249424" y="4572000"/>
            <a:ext cx="64008" cy="64008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52" name="Text 50"/>
          <p:cNvSpPr/>
          <p:nvPr/>
        </p:nvSpPr>
        <p:spPr>
          <a:xfrm>
            <a:off x="3017520" y="283464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53" name="Shape 51"/>
          <p:cNvSpPr/>
          <p:nvPr/>
        </p:nvSpPr>
        <p:spPr>
          <a:xfrm>
            <a:off x="640080" y="6172200"/>
            <a:ext cx="1737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768096" y="6291072"/>
            <a:ext cx="219456" cy="21945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55" name="Text 53"/>
          <p:cNvSpPr/>
          <p:nvPr/>
        </p:nvSpPr>
        <p:spPr>
          <a:xfrm>
            <a:off x="1042416" y="6172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PACTICS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→ VIEW → UPDATE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simple flow for everyone on the floor — no login, no training needed.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4F7FA"/>
          </a:solidFill>
          <a:ln w="12700">
            <a:solidFill>
              <a:srgbClr val="E2E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0492" y="2514600"/>
            <a:ext cx="768096" cy="76809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6" name="Text 4"/>
          <p:cNvSpPr/>
          <p:nvPr/>
        </p:nvSpPr>
        <p:spPr>
          <a:xfrm>
            <a:off x="1650492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phone camera at the machine's QR label.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57016" y="21945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4F7FA"/>
          </a:solidFill>
          <a:ln w="12700">
            <a:solidFill>
              <a:srgbClr val="E2EA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5988" y="2514600"/>
            <a:ext cx="768096" cy="76809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11" name="Text 9"/>
          <p:cNvSpPr/>
          <p:nvPr/>
        </p:nvSpPr>
        <p:spPr>
          <a:xfrm>
            <a:off x="4475988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57016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9896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machine's page opens automatically in the browser.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82512" y="21945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4F7FA"/>
          </a:solidFill>
          <a:ln w="12700">
            <a:solidFill>
              <a:srgbClr val="E2EA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1484" y="2514600"/>
            <a:ext cx="768096" cy="76809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16" name="Text 14"/>
          <p:cNvSpPr/>
          <p:nvPr/>
        </p:nvSpPr>
        <p:spPr>
          <a:xfrm>
            <a:off x="7301484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82512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65392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its catalog, spare parts, and maintenance history.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08008" y="21945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4F7FA"/>
          </a:solidFill>
          <a:ln w="12700">
            <a:solidFill>
              <a:srgbClr val="E2EA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26980" y="2514600"/>
            <a:ext cx="768096" cy="76809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21" name="Text 19"/>
          <p:cNvSpPr/>
          <p:nvPr/>
        </p:nvSpPr>
        <p:spPr>
          <a:xfrm>
            <a:off x="10126980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08008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90888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part or a maintenance record — saved instantly.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6172200"/>
            <a:ext cx="1737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6291072"/>
            <a:ext cx="219456" cy="21945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" y="6172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PACTICS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097280" cy="1097280"/>
          </a:xfrm>
          <a:prstGeom prst="ellipse">
            <a:avLst/>
          </a:prstGeom>
          <a:ln w="19050">
            <a:solidFill>
              <a:srgbClr val="3E52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" y="1828800"/>
            <a:ext cx="3246120" cy="2743200"/>
          </a:xfrm>
          <a:prstGeom prst="rect">
            <a:avLst/>
          </a:prstGeom>
          <a:solidFill>
            <a:srgbClr val="1A2D6F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57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5156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9F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tracked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3794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 stock + 36 rental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828800"/>
            <a:ext cx="3246120" cy="2743200"/>
          </a:xfrm>
          <a:prstGeom prst="rect">
            <a:avLst/>
          </a:prstGeom>
          <a:solidFill>
            <a:srgbClr val="1A2D6F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057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70916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9F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with catalogs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3794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model catalogs linked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66760" y="1828800"/>
            <a:ext cx="3246120" cy="2743200"/>
          </a:xfrm>
          <a:prstGeom prst="rect">
            <a:avLst/>
          </a:prstGeom>
          <a:solidFill>
            <a:srgbClr val="1A2D6F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057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6676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9F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checks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3794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monthly checklist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4" name="Shape 22"/>
          <p:cNvSpPr/>
          <p:nvPr/>
        </p:nvSpPr>
        <p:spPr>
          <a:xfrm>
            <a:off x="969264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5" name="Shape 23"/>
          <p:cNvSpPr/>
          <p:nvPr/>
        </p:nvSpPr>
        <p:spPr>
          <a:xfrm>
            <a:off x="1225296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6" name="Shape 24"/>
          <p:cNvSpPr/>
          <p:nvPr/>
        </p:nvSpPr>
        <p:spPr>
          <a:xfrm>
            <a:off x="1225296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7" name="Shape 25"/>
          <p:cNvSpPr/>
          <p:nvPr/>
        </p:nvSpPr>
        <p:spPr>
          <a:xfrm>
            <a:off x="1225296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1328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9" name="Shape 27"/>
          <p:cNvSpPr/>
          <p:nvPr/>
        </p:nvSpPr>
        <p:spPr>
          <a:xfrm>
            <a:off x="1481328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0" name="Shape 28"/>
          <p:cNvSpPr/>
          <p:nvPr/>
        </p:nvSpPr>
        <p:spPr>
          <a:xfrm>
            <a:off x="1481328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1" name="Shape 29"/>
          <p:cNvSpPr/>
          <p:nvPr/>
        </p:nvSpPr>
        <p:spPr>
          <a:xfrm>
            <a:off x="1737360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2" name="Shape 30"/>
          <p:cNvSpPr/>
          <p:nvPr/>
        </p:nvSpPr>
        <p:spPr>
          <a:xfrm>
            <a:off x="1737360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3" name="Shape 31"/>
          <p:cNvSpPr/>
          <p:nvPr/>
        </p:nvSpPr>
        <p:spPr>
          <a:xfrm>
            <a:off x="1737360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4" name="Shape 32"/>
          <p:cNvSpPr/>
          <p:nvPr/>
        </p:nvSpPr>
        <p:spPr>
          <a:xfrm>
            <a:off x="1993392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5" name="Shape 33"/>
          <p:cNvSpPr/>
          <p:nvPr/>
        </p:nvSpPr>
        <p:spPr>
          <a:xfrm>
            <a:off x="1993392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6" name="Shape 34"/>
          <p:cNvSpPr/>
          <p:nvPr/>
        </p:nvSpPr>
        <p:spPr>
          <a:xfrm>
            <a:off x="1993392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9424" y="512064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8" name="Shape 36"/>
          <p:cNvSpPr/>
          <p:nvPr/>
        </p:nvSpPr>
        <p:spPr>
          <a:xfrm>
            <a:off x="2249424" y="537667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9424" y="563270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0" name="Text 38"/>
          <p:cNvSpPr/>
          <p:nvPr/>
        </p:nvSpPr>
        <p:spPr>
          <a:xfrm>
            <a:off x="0" y="59893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products are made, matters.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APPS, ONE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E2EA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920240"/>
            <a:ext cx="457200" cy="45720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Documents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9848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9260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to view/edit a machine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manuals per model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with replacement dates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checklist + dashboard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label printing &amp; CSV/Excel export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E2EA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PAMMS Asset App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47688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DEPLOY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47688" y="29260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logins with roles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asset register + passport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workflow (Phase 2)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dashboards (Phase 3)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verification (Phase 4)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6172200"/>
            <a:ext cx="1737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" y="6291072"/>
            <a:ext cx="219456" cy="21945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6172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PACTICS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91440"/>
            <a:ext cx="6675120" cy="6675120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1280160"/>
            <a:ext cx="4297680" cy="4297680"/>
          </a:xfrm>
          <a:prstGeom prst="ellipse">
            <a:avLst/>
          </a:prstGeom>
          <a:solidFill>
            <a:srgbClr val="061D4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005840" cy="1005840"/>
          </a:xfrm>
          <a:prstGeom prst="ellipse">
            <a:avLst/>
          </a:prstGeom>
          <a:ln w="19050">
            <a:solidFill>
              <a:srgbClr val="3E52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9264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0" name="Shape 18"/>
          <p:cNvSpPr/>
          <p:nvPr/>
        </p:nvSpPr>
        <p:spPr>
          <a:xfrm>
            <a:off x="1225296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5296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296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4" name="Shape 22"/>
          <p:cNvSpPr/>
          <p:nvPr/>
        </p:nvSpPr>
        <p:spPr>
          <a:xfrm>
            <a:off x="1225296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5" name="Shape 23"/>
          <p:cNvSpPr/>
          <p:nvPr/>
        </p:nvSpPr>
        <p:spPr>
          <a:xfrm>
            <a:off x="1481328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6" name="Shape 24"/>
          <p:cNvSpPr/>
          <p:nvPr/>
        </p:nvSpPr>
        <p:spPr>
          <a:xfrm>
            <a:off x="1481328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7" name="Shape 25"/>
          <p:cNvSpPr/>
          <p:nvPr/>
        </p:nvSpPr>
        <p:spPr>
          <a:xfrm>
            <a:off x="1481328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1328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29" name="Shape 27"/>
          <p:cNvSpPr/>
          <p:nvPr/>
        </p:nvSpPr>
        <p:spPr>
          <a:xfrm>
            <a:off x="1481328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0" name="Shape 28"/>
          <p:cNvSpPr/>
          <p:nvPr/>
        </p:nvSpPr>
        <p:spPr>
          <a:xfrm>
            <a:off x="1737360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1" name="Shape 29"/>
          <p:cNvSpPr/>
          <p:nvPr/>
        </p:nvSpPr>
        <p:spPr>
          <a:xfrm>
            <a:off x="1737360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2" name="Shape 30"/>
          <p:cNvSpPr/>
          <p:nvPr/>
        </p:nvSpPr>
        <p:spPr>
          <a:xfrm>
            <a:off x="1737360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3" name="Shape 31"/>
          <p:cNvSpPr/>
          <p:nvPr/>
        </p:nvSpPr>
        <p:spPr>
          <a:xfrm>
            <a:off x="1737360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4" name="Shape 32"/>
          <p:cNvSpPr/>
          <p:nvPr/>
        </p:nvSpPr>
        <p:spPr>
          <a:xfrm>
            <a:off x="1737360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5" name="Shape 33"/>
          <p:cNvSpPr/>
          <p:nvPr/>
        </p:nvSpPr>
        <p:spPr>
          <a:xfrm>
            <a:off x="1993392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6" name="Shape 34"/>
          <p:cNvSpPr/>
          <p:nvPr/>
        </p:nvSpPr>
        <p:spPr>
          <a:xfrm>
            <a:off x="1993392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7" name="Shape 35"/>
          <p:cNvSpPr/>
          <p:nvPr/>
        </p:nvSpPr>
        <p:spPr>
          <a:xfrm>
            <a:off x="1993392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8" name="Shape 36"/>
          <p:cNvSpPr/>
          <p:nvPr/>
        </p:nvSpPr>
        <p:spPr>
          <a:xfrm>
            <a:off x="1993392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39" name="Shape 37"/>
          <p:cNvSpPr/>
          <p:nvPr/>
        </p:nvSpPr>
        <p:spPr>
          <a:xfrm>
            <a:off x="1993392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0" name="Shape 38"/>
          <p:cNvSpPr/>
          <p:nvPr/>
        </p:nvSpPr>
        <p:spPr>
          <a:xfrm>
            <a:off x="2249424" y="3108960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1" name="Shape 39"/>
          <p:cNvSpPr/>
          <p:nvPr/>
        </p:nvSpPr>
        <p:spPr>
          <a:xfrm>
            <a:off x="2249424" y="3364992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2" name="Shape 40"/>
          <p:cNvSpPr/>
          <p:nvPr/>
        </p:nvSpPr>
        <p:spPr>
          <a:xfrm>
            <a:off x="2249424" y="3621024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3" name="Shape 41"/>
          <p:cNvSpPr/>
          <p:nvPr/>
        </p:nvSpPr>
        <p:spPr>
          <a:xfrm>
            <a:off x="2249424" y="3877056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4" name="Shape 42"/>
          <p:cNvSpPr/>
          <p:nvPr/>
        </p:nvSpPr>
        <p:spPr>
          <a:xfrm>
            <a:off x="2249424" y="4133088"/>
            <a:ext cx="64008" cy="64008"/>
          </a:xfrm>
          <a:prstGeom prst="ellipse">
            <a:avLst/>
          </a:prstGeom>
          <a:solidFill>
            <a:srgbClr val="2E4272"/>
          </a:solidFill>
          <a:ln/>
        </p:spPr>
      </p:sp>
      <p:sp>
        <p:nvSpPr>
          <p:cNvPr id="45" name="Text 43"/>
          <p:cNvSpPr/>
          <p:nvPr/>
        </p:nvSpPr>
        <p:spPr>
          <a:xfrm>
            <a:off x="0" y="246888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products are made, matters.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0" y="41148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E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WWW.PACTICS.COM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6172200"/>
            <a:ext cx="1737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768096" y="6291072"/>
            <a:ext cx="219456" cy="219456"/>
          </a:xfrm>
          <a:prstGeom prst="ellipse">
            <a:avLst/>
          </a:prstGeom>
          <a:solidFill>
            <a:srgbClr val="0D0992"/>
          </a:solidFill>
          <a:ln/>
        </p:spPr>
      </p:sp>
      <p:sp>
        <p:nvSpPr>
          <p:cNvPr id="50" name="Text 48"/>
          <p:cNvSpPr/>
          <p:nvPr/>
        </p:nvSpPr>
        <p:spPr>
          <a:xfrm>
            <a:off x="1042416" y="6172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1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PACTICS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System Overview</dc:title>
  <dc:subject>PptxGenJS Presentation</dc:subject>
  <dc:creator>Pactics</dc:creator>
  <cp:lastModifiedBy>Pactics</cp:lastModifiedBy>
  <cp:revision>1</cp:revision>
  <dcterms:created xsi:type="dcterms:W3CDTF">2026-07-02T03:08:02Z</dcterms:created>
  <dcterms:modified xsi:type="dcterms:W3CDTF">2026-07-02T03:08:02Z</dcterms:modified>
</cp:coreProperties>
</file>